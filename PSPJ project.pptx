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b="1"/>
              <a:t>Student Record System in Java</a:t>
            </a:r>
            <a:br>
              <a:rPr lang="en-IN" dirty="0"/>
            </a:br>
            <a:r>
              <a:rPr lang="en-IN" dirty="0" b="1"/>
              <a:t>Team 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3017520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983480"/>
            <a:ext cx="896112" cy="411480"/>
          </a:xfrm>
          <a:prstGeom prst="roundRect">
            <a:avLst>
              <a:gd name="adj" fmla="val 50000"/>
            </a:avLst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CO6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828800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What it is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 console-based Java app that stores, searches and reports on student records.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304287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828800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Why we built it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To apply all six course outcomes in one working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304287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639312"/>
            <a:ext cx="5175504" cy="1828800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How it works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Students are objects, saved to a file, and analysed with sorting, searching and streams.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4297680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639312"/>
            <a:ext cx="5175504" cy="1828800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Result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 menu-driven program that is modular, fails safely and keeps data between runs.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4297680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Understanding the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D9442E"/>
                </a:solidFill>
              </a:rPr>
              <a:t>The problem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Institutes still track marks in registers or scattered spreadsheets.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D9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D9442E"/>
                </a:solidFill>
              </a:rPr>
              <a:t>Pain points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Slow lookups, duplicate entries, calculation errors and lost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D9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D9442E"/>
                </a:solidFill>
              </a:rPr>
              <a:t>The need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 simple tool to add, update, search, rank and report on students.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D9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D9442E"/>
                </a:solidFill>
              </a:rPr>
              <a:t>Constraints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Console only, core Java only, and it must not crash on bad input.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D9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10515600" cy="1246632"/>
          </a:xfrm>
          <a:prstGeom prst="roundRect">
            <a:avLst>
              <a:gd name="adj" fmla="val 14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D9442E"/>
                </a:solidFill>
              </a:rPr>
              <a:t>Our goal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Turn the manual process into a precise algorithm and a working program.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D9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CO1 · From problem to program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2F5BEA"/>
                </a:solidFill>
              </a:rPr>
              <a:t>Problem to algorithm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Requirements to inputs, processing, outputs, then pseudocode and flowchart.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2F5BEA"/>
                </a:solidFill>
              </a:rPr>
              <a:t>Primitive types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int for roll no, double for marks, char for grade, boolean for pass/fail.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2F5BEA"/>
                </a:solidFill>
              </a:rPr>
              <a:t>Expressions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Total, percentage and grade from arithmetic and relational operators.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2F5BEA"/>
                </a:solidFill>
              </a:rPr>
              <a:t>Console I/O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Scanner for input, System.out.printf for formatted output.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10515600" cy="1246632"/>
          </a:xfrm>
          <a:prstGeom prst="roundRect">
            <a:avLst>
              <a:gd name="adj" fmla="val 14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2F5BEA"/>
                </a:solidFill>
              </a:rPr>
              <a:t>Sample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average = (m1 + m2 + m3) / 3.0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CO1 · BTL3 · APPLY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CO2 · Control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Selection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if / else-if for grade bands, switch for the main menu.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Iteration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for to print records, while for the menu, do-while to re-ask on bad input.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Choosing the construct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for when the count is known, while / do-while when the user decides.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Termination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Every loop has an exit: Exit option, valid input, or last array index.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10515600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break and continue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Leave a loop early or skip an invalid record.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CO2 · BTL4 · ANALYZE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CO3 · Methods, recursion &amp;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Methods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addStudent(), calcGrade(), findByRoll(), printReport(): one job each.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Parameters &amp; returns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Pass marks in, get the grade back, reuse the logic.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Recursion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Sum marks or binary search by halving the range.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1-D arrays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Roll numbers and totals; traversal, max/min, linear search.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10515600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2-D arrays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Marks matrix [students][subjects] with row totals and column averages.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CO3 · BTL4 · ANALYZE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CO4 · Objects that fail safely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Classes &amp; objects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Student(rollNo, name, marks) and Course model the domain.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Encapsulation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Private fields, getters and setters; marks validated 0 to 100.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Relationships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 Course has many Students, kept in an ArrayList.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try / catch / finally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Guard input and file access.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Custom exception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InvalidMarksException, plus InputMismatch and ArrayIndexOutOfBounds.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Fail safely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Clear message to the user and the program keeps running.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835652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CO4 · BTL6 · CREATE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CO5 · Strings, algorithms &amp; files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String methods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trim, toUpperCase, equalsIgnoreCase, substring, split.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StringBuilder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Builds report lines without repeated + concatenation.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Library sort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Arrays.sort() and Collections.sort() rank students by marks.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Search &amp; compare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Arrays.binarySearch(), Comparable and Comparator.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File I/O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BufferedReader and FileWriter save and load students.txt.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B87503"/>
                </a:solidFill>
              </a:rPr>
              <a:t>Persistence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Data survives restarts.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835652"/>
            <a:ext cx="512064" cy="512064"/>
          </a:xfrm>
          <a:prstGeom prst="ellipse">
            <a:avLst/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B87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CO5 · BTL4 · ANALYZE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CO6 · Collections &amp; Streams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Collections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ArrayList for records, HashMap&lt;Integer, Student&gt; for fast lookup.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Lambdas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(a, b) -&gt; b.getMarks() - a.getMarks()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Functional interfaces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Predicate, Function, Consumer and @FunctionalInterface.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Stream pipelines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filter, map, sorted, collect.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Example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students.stream().filter(s -&gt; s.getMarks() &gt;= 40).count()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468368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3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0B8266"/>
                </a:solidFill>
              </a:rPr>
              <a:t>Declarative reports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Topper, class average, pass percentage, grade-wise groups.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835652"/>
            <a:ext cx="512064" cy="512064"/>
          </a:xfrm>
          <a:prstGeom prst="ellipse">
            <a:avLst/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71323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B8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CO6 · BTL6 · CREATE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Outcomes met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Algorithm, control flow, methods and arrays, OOP, strings and files, collections and streams.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2013203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Solid system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Modular, validates input and saves data to a file.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2013203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Future work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GUI or web front-end, JDBC database, login roles, charts, PDF reports.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3424428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57144"/>
            <a:ext cx="5175504" cy="1246632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Key learning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Good design matters as much as syntax.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3424428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68368"/>
            <a:ext cx="10515600" cy="1246632"/>
          </a:xfrm>
          <a:prstGeom prst="roundRect">
            <a:avLst>
              <a:gd name="adj" fmla="val 14000"/>
            </a:avLst>
          </a:prstGeom>
          <a:solidFill>
            <a:srgbClr val="EF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rIns="137160"/>
          <a:lstStyle/>
          <a:p>
            <a:pPr algn="l"/>
            <a:r>
              <a:rPr sz="1800" b="1">
                <a:solidFill>
                  <a:srgbClr val="6F42D8"/>
                </a:solidFill>
              </a:rPr>
              <a:t>Thank you!</a:t>
            </a:r>
          </a:p>
          <a:p>
            <a:pPr algn="l"/>
            <a:r>
              <a:rPr sz="1500" b="0">
                <a:solidFill>
                  <a:srgbClr val="1F2937"/>
                </a:solidFill>
              </a:rPr>
              <a:t>Questions?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35652"/>
            <a:ext cx="512064" cy="512064"/>
          </a:xfrm>
          <a:prstGeom prst="ellipse">
            <a:avLst/>
          </a:prstGeom>
          <a:solidFill>
            <a:srgbClr val="6F4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sz="3200" b="1">
                <a:solidFill>
                  <a:srgbClr val="1F2937"/>
                </a:solidFill>
              </a:rPr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Main menu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Add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Search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749039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Ranked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Class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3749039"/>
            <a:ext cx="3419856" cy="1691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25400">
            <a:solidFill>
              <a:srgbClr val="2F5B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6B7280"/>
                </a:solidFill>
              </a:rPr>
              <a:t>Insert screenshot</a:t>
            </a:r>
          </a:p>
          <a:p>
            <a:pPr algn="ctr"/>
            <a:r>
              <a:rPr sz="1800" b="1">
                <a:solidFill>
                  <a:srgbClr val="2F5BEA"/>
                </a:solidFill>
              </a:rPr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-640080" y="5852160"/>
            <a:ext cx="1463040" cy="146304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1097280" cy="109728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822960"/>
            <a:ext cx="2377440" cy="2377440"/>
          </a:xfrm>
          <a:prstGeom prst="ellipse">
            <a:avLst/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7772400" cy="777240"/>
          </a:xfrm>
        </p:spPr>
        <p:txBody>
          <a:bodyPr anchor="ctr"/>
          <a:lstStyle/>
          <a:p>
            <a:r>
              <a:rPr lang="en-IN" dirty="0" sz="3200" b="1">
                <a:solidFill>
                  <a:srgbClr val="1F2937"/>
                </a:solidFill>
              </a:rPr>
              <a:t>Geo Tag Photo and GitHub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25400">
            <a:solidFill>
              <a:srgbClr val="D944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D9442E"/>
                </a:solidFill>
              </a:rPr>
              <a:t>Insert geo-tagged team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4592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D9442E"/>
                </a:solidFill>
              </a:rPr>
              <a:t>GitHub repository</a:t>
            </a:r>
          </a:p>
          <a:p>
            <a:pPr algn="ctr"/>
            <a:r>
              <a:rPr sz="1000" b="0">
                <a:solidFill>
                  <a:srgbClr val="1F2937"/>
                </a:solidFill>
              </a:rPr>
              <a:t> </a:t>
            </a:r>
          </a:p>
          <a:p>
            <a:pPr algn="ctr"/>
            <a:r>
              <a:rPr sz="1600" b="0">
                <a:solidFill>
                  <a:srgbClr val="1F2937"/>
                </a:solidFill>
              </a:rPr>
              <a:t>https://github.com/&lt;username&gt;/&lt;repository&gt;</a:t>
            </a:r>
          </a:p>
          <a:p>
            <a:pPr algn="ctr"/>
            <a:r>
              <a:rPr sz="1000" b="0">
                <a:solidFill>
                  <a:srgbClr val="1F2937"/>
                </a:solidFill>
              </a:rPr>
              <a:t> </a:t>
            </a:r>
          </a:p>
          <a:p>
            <a:pPr algn="ctr"/>
            <a:r>
              <a:rPr sz="1600" b="0">
                <a:solidFill>
                  <a:srgbClr val="6B7280"/>
                </a:solidFill>
              </a:rPr>
              <a:t>Source code, README and sample data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